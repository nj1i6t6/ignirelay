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6B35"/>
                </a:solidFill>
                <a:latin typeface="Microsoft JhengHei"/>
              </a:defRPr>
            </a:pPr>
            <a:r>
              <a:t>烽傳 IgniRelay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去中心化災難通訊 — App 功能與技術架構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「烽火台是古代第一套 Mesh 網路。烽傳，就是把這個概念裝進每個人的口袋。」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JhengHei"/>
              </a:defRPr>
            </a:pPr>
            <a:r>
              <a:t>Phase 0 — 概念驗證與 MVP 開發中  |  2026 年 3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EFF"/>
                </a:solidFill>
                <a:latin typeface="Microsoft JhengHei"/>
              </a:defRPr>
            </a:pPr>
            <a:r>
              <a:t>Flutter + Dart  |  BLE Mesh  |  Protobuf  |  Ed25519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App 定位：災區最後一哩路的手機端入口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JhengHei"/>
              </a:defRPr>
            </a:pPr>
            <a:r>
              <a:t>在 4G/5G、光纖、WiFi 全面癱瘓時，民眾手機透過 BLE Mesh 互聯，形成自組織救災網路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🎯 核心目標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離線通訊：完全不依賴行動網路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SOS 求救：一鍵廣播至周圍節點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物資媒合：去中心化供需配對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零門檻：安裝 App 即可接入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011680"/>
            <a:ext cx="34747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📱 技術棧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Framework: Flutter 3.x / Dart 3.2+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BLE: flutter_blue_plus + Nordic BLE (Android)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序列化: Protobuf 3 二進位編碼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加密: Ed25519 簽章驗證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地圖: flutter_map + MBTiles 離線向量圖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儲存: SQLite + SharedPreferences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011680"/>
            <a:ext cx="34747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📊 目前狀態 (v0.1.15)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APK 約 260 MB (含全台離線地圖)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跨廠牌 BLE 互通已驗證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Android: Nordic BLE Library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iOS: Core Bluetooth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已有完整 debug log 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JhengHei"/>
              </a:defRPr>
            </a:pPr>
            <a:r>
              <a:t>Tier 分級：Tier 1 全速 (≥40%) → Tier 2 低頻中繼 (20-40%) → Tier 3 極限求生 (&lt;20%)</a:t>
            </a:r>
            <a:br/>
            <a:r>
              <a:t>遲滯設計防止頻繁切換：跌破 40% → Tier 2，需充至 ≥60% 才回 Tier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BLE Mesh 通訊架構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📡 GATT Service 設計 (ble_manager.dart · 774 行)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主服務 UUID: a4d11949... (UUIDv5 ignirelay.com)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Event Char: 事件傳輸通道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Bloom Char: 同步握手通道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Handshake Char: 實體交接通道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MTU 協商: 手機→手機 517 bytes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        手機→nRF54H20 ~247 bytes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連線逾時: 10 秒 | 冷卻時間: 60 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🔄 同步 Pipeline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1. 掃描 → 發現 IgniRelay Service UUID 的節點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2. 連線 → MTU 協商 → 服務發現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3. 讀取對端 Bloom Filter (事件 ID 列表)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4. 比對差集 → 僅傳對方缺少的事件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5. 推送 TriageQueue 中高優先事件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6. 從 DB 補充最近 24h 事件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7. 訂閱 Notify → 接收對端推送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🛡️ 平台感知路由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Android → Nordic BLE Library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(解決 MediaTek/Qualcomm 相容性)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透過 MethodChannel 呼叫 Kotlin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iOS → flutter_blue_plus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(Core Bluetooth 原生穩定)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023360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🔍 去重機制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記憶體: Set&lt;String&gt; _seenEvents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Bloom Filter: 事件 ID 列表交換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DB: UNIQUE constraint 防重複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Bug 5 Fix: 取消標記防孤兒 sync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Bug 6 Fix: OPPO blind relay 模式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Bug 7 Fix: GATT Server Notify 反推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4023360"/>
            <a:ext cx="338328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⚡ 掃描參數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掃描持續: 30 秒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掃描間隔: 5 秒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最大同時連線: 8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序列化連線 (一台連完再連下一台)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30 秒 timeout + 取消標記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Protobuf 封包協議 (mesh_protocol.proto)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64008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"/>
                <a:gridCol w="2286000"/>
                <a:gridCol w="1371600"/>
              </a:tblGrid>
              <a:tr h="27431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EventType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路由邊界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RESOURCE_REGISTER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物資登記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里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REQUEST_BROADCAST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需求廣播 (含 QoS)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里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MATCH_INTENT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意向匹配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里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PHYSICAL_HANDSHAKE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物理核銷交割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端對端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HAZARD_MARKER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動態危險圖層標記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鄉鎮市區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QUARANTINE_VOTE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惡意節點檢舉投票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鄉鎮市區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MATCH_CANCEL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釋放配對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里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FIRE_ALARM_RF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433MHz 住警器火警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鄉鎮市區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0" y="1280160"/>
            <a:ext cx="4389120" cy="27432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📦 MeshEvent 結構 (54 行 proto)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event_id: UUID / SHA-256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sender_pub_key: Ed25519 32 bytes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identity_level: 信任等級 0-3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type + urgency: 事件類型 + 優先級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hlc_timestamp + hlc_counter: HLC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ttl: 剩餘跳數 (預設 10)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origin_lat/lng: 創建者座標 (不可改)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received_lat/lng: 每跳覆寫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payload: 序列化業務資料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signature: Ed25519 簽章 64 bytes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4297680"/>
            <a:ext cx="4389120" cy="201168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📋 Sub-Messages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ResourceData: 物資 ID/類型/數量/位置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RequestData: 需求類型/數量/緊急度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MatchIntentData: 媒合配對雙方公鑰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HazardData: 危險類型/嚴重度/半徑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MedicalSummary: 醫療卡摘要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FireAlarmRfData: RF 頻率/RSSI/座標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CRDT 離線同步 + HLC 混合邏輯時鐘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7432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⏰ HLC 混合邏輯時鐘 (hlc.dart · 89 行)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三元組: (wallclock, counter, nodeId)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nodeId = 公鑰前 8 bytes hex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now(): 取得當前 HLC 並推進計數器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merge(remote): 交會強制校時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取 max(本地時間, 本地HLC, 遠端HLC)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防止斷電重置導致時間戳倒退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compareTo(): timestamp → counter → nodeId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188720"/>
            <a:ext cx="5669280" cy="27432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⚖️ 衝突解決器 (conflict_resolver.dart · 40 行)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Double-Spending 排解邏輯: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1. HLC timestamp 較小者勝 (先發先得)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2. HLC counter 較小者勝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3. Urgency 高者勝 (SOS_RED &gt; YELLOW &gt; RESOURCE)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4. Tiebreaker: PubKey 字典序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設計理念: Op-based CmRDT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事件為 append-only 不可變日誌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不需要 Automerge 等通用 CRDT 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🌐 Zone-Based Geo-Fencing 路由 (mesh_router.dart · 113 行)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路由策略: INFO/RESOURCE → 里邊界 | SOS_YELLOW/HAZARD → 鄉鎮市區 | SOS_RED 已驗證+identity≥1 → 無邊界限制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特殊豁免: Tier 0 硬體騾子、Android Foreground Data Mule 永遠轉發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Fallback: 離島/資料缺漏 → 距離衰減 (SOS_RED 5倍放寬、YELLOW 5倍、RESOURCE 2倍)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行政區查詢: VillageGeofence.isSameVillageZone() / isSameTownshipZone() + 300m 緩衝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Quarantine: 加權投票 (L0=0.2 / L1=0.5 / L2=0.8 / L3=1.0)，累計 &gt; 3.0 黑名單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App 已實作功能總覽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🔐 身份與加密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Ed25519 金鑰對自動生成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持久化儲存 (SharedPreferences)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Trust Ladder: L0 匿名 → L3 實名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Quarantine 投票權重依等級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Payload 簽章驗證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188720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🗺️ 離線地圖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flutter_map + MBTiles 向量圖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內建全台 OpenMapTiles 離線地圖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長按標記危險區域 (HazardData)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POI 查詢功能 (poi_query.dart)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MBTiles 載入器 (mbtiles_loader.dart)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188720"/>
            <a:ext cx="338328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🩺 醫療卡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離線儲存: 姓名/年齡/血型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過敏原 + 反應描述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目前用藥列表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緊急聯絡人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器官捐贈意願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MedicalSummary 附於 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📦 物資媒合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ResourceRegister: 登記物資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RequestBroadcast: 廣播需求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MatchIntent: 雙方意向配對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PhysicalHandshake: 4-PIN 交割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MatchCancel: PIN 失敗取消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749039"/>
            <a:ext cx="36576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📊 Debug 儀表板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掃描週期計數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節點發現/連線/同步統計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Bloom Filter 交換記錄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封包收發 byte 數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80 條即時 debug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749039"/>
            <a:ext cx="338328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🔥 SOS + 火警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SOS_YELLOW / SOS_RED 廣播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Triage Queue 頻寬搶佔 (QoS)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FIRE_ALARM_RF 事件類型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Si4467 433MHz RF 轉譯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速率限制防訊號風暴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程式碼架構 (lib/ 目錄)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914400"/>
                <a:gridCol w="713232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目錄/檔案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行數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職責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main.dart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~750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App 入口、UI 整合、Provider 狀態管理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mesh/ble_manager.dart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774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BLE 掃描+連線+同步 (Central 角色)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mesh/event_manager.dart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~700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EventManager + TriageQueue 消費者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mesh/mesh_event_handler.dart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356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接收解碼、去重、HLC merge、DB 寫入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mesh/event_serializer.dart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275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Protobuf 序列化/反序列化工具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mesh/mesh_router.dart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Zone-Based Geo-Fencing 路由決策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mesh/native_bridge.dart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~300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MethodChannel ↔ Android Nordic BLE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mesh/mesh_constants.dart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GATT UUID、BLE 連線參數常數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crdt/hlc.dart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HLC 混合邏輯時鐘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crdt/conflict_resolver.dart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Double-Spending 衝突解決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crypto/identity_manager.dart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Ed25519 金鑰管理 + Trust Ladder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crypto/signer.dart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Payload 簽章工具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proto/mesh_protocol.pb.dart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~1200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Protobuf 自動生成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db/database_helper.dart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~200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SQLite 資料庫初始化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geo/village_geofence.dart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~300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行政區邊界查詢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後續改進方向 — 借鑑 hive-btle 設計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🥇 Power Profile 省電排程 (1~2 天)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現況: 掃 30s → 停 5s (duty ≈ 86%)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改進: 依情境動態切換 scan interval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Aggressive: 掃 30s/停 5s (SOS 模式)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LowPower: 掃 5s/停 25s (背景待機)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UltraLow: 掃 3s/停 120s (低電量)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預期: 電池從 ~3h → 12h+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🥈 Advertising Metadata (2~3 天)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現況: 只廣播 Service UUID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改進: 在 advertising data 中加入: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Tier level (1 byte)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電量百分比 (1 byte)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有無待傳 SOS (1 bit)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效果: 掃描階段即可篩選，減少無效連線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🥉 Mesh-wide 加密 (3~5 天)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ChaCha20-Poly1305 AEAD 加密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overhead 僅 30 bytes/封包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Per-peer E2EE (X25519 key exchange)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overhead 僅 46 bytes/封包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適合未來私人聊天功能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兩層疊加 76 bytes，MTU 517 完全可行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Dart cryptography 套件原生支援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4️⃣ Leaf Node 被動模式 (1 天)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Tier 3 節點停止掃描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只保留 GATT Server 被動接收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由 Tier 1/2 主動連接並 Notify 推送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5️⃣ Coded PHY 長距離 (硬體端)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BLE 5.0 Coded PHY → 300m+ 範圍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nRF54H20 基地台原生支援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Flutter 端待 flutter_blue_plus 更新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  <a:latin typeface="Microsoft JhengHei"/>
              </a:defRPr>
            </a:pPr>
            <a:r>
              <a:t>後續功能: 聊天室 — 基於現有架構擴充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💬 設計方案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聊天訊息 = append-only event log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跟現有 Event_Logs 完全同構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→ 不需要 Automerge CRDT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新增 EventType: CHAT_MESSAGE = 8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新增 ChatMessageData sub-message: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message_id, channel_id, content,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  sent_at (HLC), display_name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📐 封包估算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100 字中文 ≈ 300 bytes UTF-8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+ MeshEvent header ≈ 150 bytes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= 總計 ~450 bytes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MTU 517 內，無需分片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走現有 Bloom Filter 同步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HLC 天然支援聊天排序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✅ 無衝突 (append-only)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22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FF6B35"/>
                </a:solidFill>
                <a:latin typeface="Microsoft JhengHei"/>
              </a:defRPr>
            </a:pPr>
            <a:r>
              <a:t>🔧 實作路徑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1. proto: 新增 CHAT_MESSAGE EventType + ChatMessageData sub-message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2. event_serializer.dart: 新增 buildChatEvent() 方法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3. mesh_event_handler.dart: 新增 handleChatEvent() 處理邏輯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4. UI: 新增聊天頁面 (channel list + message list + input)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5. DB: Event_Logs 表原封不動，聊天訊息作為一種 event type 存入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6. 如需私聊: 搭配 Per-peer E2EE (X25519 + ChaCha20) 加密</a:t>
            </a:r>
          </a:p>
          <a:p>
            <a:pPr>
              <a:spcBef>
                <a:spcPts val="300"/>
              </a:spcBef>
              <a:defRPr sz="1100">
                <a:solidFill>
                  <a:srgbClr val="CCCCCC"/>
                </a:solidFill>
                <a:latin typeface="Microsoft JhengHei"/>
              </a:defRPr>
            </a:pPr>
            <a:r>
              <a:t>預計工程量: 3~5 天 (不含 E2EE)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6B35"/>
                </a:solidFill>
                <a:latin typeface="Microsoft JhengHei"/>
              </a:defRPr>
            </a:pPr>
            <a:r>
              <a:t>技術已驗證，等待硬體整合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274320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438912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模組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狀態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驗證方式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BLE Mesh 多節點通訊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實機跨廠牌測試 + debug log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Bloom Filter 差異同步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實機 log 分析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HLC + CRDT 離線同步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單元測試 + 整合測試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Triage Queue QoS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模擬測試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地理圍欄路由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程式邏輯驗證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物資媒合 + 4-PIN 交割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✅ 完成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功能測試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聊天室功能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📋 規劃中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基於現有架構擴充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加密傳輸層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📋 規劃中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ChaCha20-Poly1305 + X25519</a:t>
                      </a:r>
                    </a:p>
                  </a:txBody>
                  <a:tcPr>
                    <a:solidFill>
                      <a:srgbClr val="3333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省電排程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📋 規劃中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CCCCC"/>
                          </a:solidFill>
                          <a:latin typeface="Microsoft JhengHei"/>
                        </a:defRPr>
                      </a:pPr>
                      <a:r>
                        <a:t>Power Profile 動態切換</a:t>
                      </a:r>
                    </a:p>
                  </a:txBody>
                  <a:tcPr>
                    <a:solidFill>
                      <a:srgbClr val="222B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