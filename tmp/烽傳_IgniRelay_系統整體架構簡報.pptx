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Microsoft JhengHei"/>
              </a:defRPr>
            </a:pPr>
            <a:r>
              <a:t>烽傳 IgniRelay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去中心化災難通訊骨幹網路 — 系統整體架構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JhengHei"/>
              </a:defRPr>
            </a:pPr>
            <a:r>
              <a:t>從中央到最基層里民的備援通訊生命線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EFF"/>
                </a:solidFill>
                <a:latin typeface="Microsoft JhengHei"/>
              </a:defRPr>
            </a:pPr>
            <a:r>
              <a:t>LoRa × Wi-Fi HaLow × BLE × 433MHz RF — 四頻互補設計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Phase 0 — 概念驗證與 MVP  |  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問題：縣市以下通訊斷層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📊 現況數據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0403 花蓮強震: 172 座基地台受影響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震後第 4 天仍有 46 座無法修復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颱風後部分鄉鎮通訊孤島長達 16 天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數位部僅一輛網路行動車可用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188720"/>
            <a:ext cx="566928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🔍 核心斷層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政府防災通訊: 中央 ↔ 縣市 (衛星)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已有方案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縣市 ↔ 鄉鎮/消防/里長/避難所/民眾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❌ 完全空白 — 烽傳填補此段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124712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🎯 系統目標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提供全台民眾與政府至少 14 天不中斷基礎通訊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通訊從縣市 EOC 延伸至 → 鄉鎮公所 → 消防分隊 → 派出所 → 里長 → 避難所 → 一般民眾手機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對齊台灣 EOC 六層行政指揮體系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不依賴外國通訊基礎設施運作 (離網自主)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零門檻接入: 民眾只需手機安裝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頻段互補策略：讓不同頻段做最擅長的事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4114800"/>
                <a:gridCol w="347472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頻段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頻率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系統角色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關鍵規格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LoRa (LR2021)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920 MHz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控制面：SOS 直達、喚醒 HaLow、心跳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5-50km、-141.5 dBm、低功耗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Wi-Fi HaLow (MM8108)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920-928 MHz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資料面：視訊通話、圖片傳輸、指揮同步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4MHz ~21 Mbps、TWT 0.76mA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BLE 6.0 (nRF54H20)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2.4 GHz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民眾終端接入、手機 App、節點管理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100m、Channel Sounding 定位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433 MHz RF (Si4467)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433 MHz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被動接收住警器火警訊號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穿透鋼筋混凝土、零汰換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🔀 Transport 分流邏輯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SOS_RED → LoRa 優先 (佇列&gt;10 升級 HaLow)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SOS_YELLOW / HAZARD → LoRa 優先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RESOURCE / INFO → HaLow 批次 (30s 累積)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下行廣播 → 小封包 LoRa / 大檔 LoRa+HaLow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民眾 ↔ 節點 → BLE only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視訊通話 → HaLow 專用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84048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📡 HaLow 喚醒機制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TWT 待機: 平均 0.76 mA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LoRa 喚醒封包攜帶路由資訊: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GPS 座標 + 所需頻寬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節點判斷是否為最佳中繼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TWT 窗口: 200ms ~ 5s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HaLow association: ~80ms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四種硬體節點 — 統一 nRF54H20 主控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2743200"/>
                <a:gridCol w="1828800"/>
                <a:gridCol w="164592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節點類型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通訊模組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部署位置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供電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估算成本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節點一 (道路中繼)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nRF54H20+LR2021+MM8108×2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道路沿線桿掛 (每 300-500m)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10W太陽能+LFP 40Ah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NT$15,500-25,500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節點二 (政府機關)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同節點一 (+Si4467選配)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公所/消防/派出所/醫院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市電UPS+LFP 100Ah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NT$13,000-22,000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節點三 (室內擴展)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nRF54H20+nRF7002+Ethernet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避難所/里長室 室內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市電UPS+LFP 20Ah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NT$6,000-10,000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節點四 (末端感知)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nRF54H20+Si4467 433MHz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全台路燈/電線桿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市電UPS+LFP 5Ah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NT$2,500-4,000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🔋 14 天自持設計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全系統 LFP (磷酸鐵鋰) + Buck 降壓 &gt;90%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節點一: 太陽能補充 560Wh/14天 → 餘量 &gt;2.3×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節點二: 1,200Wh 可用 → 餘量 1.5×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節點三: 240Wh 可用 → 餘量 1.8×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節點四: 64Wh 可用 → 餘量 1.9×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🏗️ 部署策略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沿路網鋪設: 省道/縣道/產業道路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每 300-500m 一個節點 (HaLow 有效距離)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覆蓋沿線公所、警消、里與避難所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不需高山鐵塔施工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HaLow 雙模組: 上行 21Mbps / 下行 21Mbps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六層指揮通訊與視訊頻寬規劃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828800"/>
                <a:gridCol w="438912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通訊層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連線對象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頻寬需求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技術方案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縣市 EOC ↔ 鄉鎮公所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同時 1-2 路 720p 發言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~10-14 Mbps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MM8108×2 (各21 Mbps)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縣市 ↔ 368 鄉鎮公所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主動發言才上傳 720p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~2-4 Mbps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MM8108×1 (4MHz)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鄉鎮 ↔ 里/避難所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單向視訊 + 雙向語音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~1-2 Mbps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HaLow MCS2-7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縣市 ↔ 警消 (網狀)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雙向通訊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~4-8 Mbps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MM8108×2 網狀冗餘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分局/大隊 ↔ 基層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語音通話 + 圖片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0.3-1 Mbps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HaLow MCS0-2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里/避難所 ↔ 民眾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文字、SOS、物資媒合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BLE 頻寬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BLE Mesh + Bloom Filter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389120"/>
            <a:ext cx="5486400" cy="201168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📹 動態視訊品質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發言中: 720p H.265 ~720 kbps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待機聆聽: 360p H.265 ~0.5 Mbps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純語音: 16-64 kbps (Opus 編碼)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頻寬需求: 32 Mbps → 實際 10-14 Mbps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389120"/>
            <a:ext cx="5486400" cy="201168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⏱️ 延遲估算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HaLow 單跳: 5-15 ms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10km 多跳: ~100ms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50km 多跳: ~500ms (≈ GEO 衛星)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HaLert 論文實測: 15-54.8ms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七大核心通訊演算法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⏰ HLC 混合邏輯時鐘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防斷電歸零、因果排序不錯亂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🔄 Bloom Filter 差異同步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5,000容量/1%FPR/5.85KB，僅傳差量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🤝 CRDT 離線同步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孤島各自修改，重逢時最終一致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🚨 Triage Queue 搶佔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SOS_RED 100% 頻寬搶佔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749039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🗺️ Zone-Based Geo-Fencing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里→鄉鎮市區分層路由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749039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🛡️ Quarantine Vote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加權投票去中心化隔離惡意節點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Phase 0 已實作驗證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309359"/>
            <a:ext cx="356616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🔥 433 MHz RF 轉譯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住警器零汰換智慧升級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Phase 1 硬體整合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政府管理介面功能規劃 (Dashboard)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📊 即時監控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全台節點健康度地圖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各節點電量/溫度/連線數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鄉鎮層級 SOS 統計摘要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LoRa 骨幹 RSSI 品質圖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HaLow 吞吐量即時監測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6576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🚨 災情管理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 事件列表 + 地圖標記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危險區域圖層 (Hazard overlay)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物資供需統計報表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火警 RF 觸發即時通報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Quarantine 惡意節點追蹤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338328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👤 身份管理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信任等級審核 (L1-L3)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TW FidO 實名認證介面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Quarantine 投票覆核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黑名單管理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社群背書 (L2 驗證)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⚙️ 系統設定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 OTA 韌體更新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Bloom Filter 參數調整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Triage Queue 閾值設定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Zone 路由邊界編輯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加密金鑰輪換管理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📈 統計分析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歷史事件查詢 + 匯出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各里/鄉鎮通訊覆蓋率報告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物資媒合成功率分析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節點電量趨勢預測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災情演習報告生成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023360"/>
            <a:ext cx="338328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📡 通訊管理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HaLow 頻道分配管理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LoRa 骨幹路徑最佳化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視訊通話權限控制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頻寬配額管理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下行廣播發布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全台部署規模估算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3152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3657600"/>
              </a:tblGrid>
              <a:tr h="27431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關鍵設施 (錨點)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全台數量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資料來源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鄉鎮市區公所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368 處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內政部 114 年 12 月底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消防分隊 (含港務)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628 隊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消防署 112 年統計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警察分駐所及派出所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1,491 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警政署 2024 年 7 月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縣市 EOC/警察局/消防局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66 處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行政院防災體系 (22×3)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災害避難收容所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5,928 處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內政部 2025 年 6 月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重大醫院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~102 家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衛福部 2025 年評鑑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里長/村長辦公室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7,752 處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內政部 114 年 12 月底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錨點合計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~15,935 個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188720"/>
            <a:ext cx="3657600" cy="475488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📅 分階段建置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Phase 0 (現況)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BLE Mesh App MVP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成本: NT$0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Phase 1 (鄉鎮試點)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單一偏遠鄉鎮 ~35 錨點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約 NT 50-80 萬 (硬體)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Phase 2 (縣市試點)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單縣市 ~650 錨點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約 NT 800-1,300 萬 (硬體)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Phase 3 (全台願景)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22 縣市 ~8,000 關鍵設施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待實測後修正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創新亮點：住警器零汰換智慧升級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🔥 433 MHz RF 住警器轉譯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Si4467 被動接收住警器 RF 訊號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支援: 宏力、TYY 等台灣主流品牌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編碼格式: EV1527 / PT2262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偵測 → 轉譯 → FIRE_ALARM_RF 事件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自動標記 SOS_RED + 基地台 GPS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💡 民眾效益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零成本: 不需汰換現有住警器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433 MHz 穿透鋼筋混凝土 &gt; BLE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直通消防局的智慧物聯網升級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火勢蔓延前精確位置預警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速率限制防地震後集體誤觸發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Microsoft JhengHei"/>
              </a:defRPr>
            </a:pPr>
            <a:r>
              <a:t>烽傳 IgniRelay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Phase 0 技術驗證完成，等待 Phase 1 硬體整合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▸ BLE Mesh / HLC / CRDT / Bloom Filter / Triage Queue / Geo-Fencing — 全數實作驗證完成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▸ HaLert 論文 (2025) 以同架構實測驗證可行性: 延遲 15-54.8ms、吞吐量 134-726 Kbps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▸ Phase 1 NT$50-80 萬即可取得台灣地形下三頻骨幹實測數據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JhengHei"/>
              </a:defRPr>
            </a:pPr>
            <a:r>
              <a:t>▸ 對齊行政院強韌台灣計畫，填補縣市以下通訊真空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EFF"/>
                </a:solidFill>
                <a:latin typeface="Microsoft JhengHei"/>
              </a:defRPr>
            </a:pPr>
            <a:r>
              <a:t>「烽火台是古代第一套 Mesh 網路。烽傳，就是把這個概念裝進每個人的口袋。」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